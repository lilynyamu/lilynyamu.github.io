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lian Nyamu" userId="f8822a8f74089a5c" providerId="LiveId" clId="{80BB0343-9DFA-4C3A-9D2E-50B6ED5EECEC}"/>
    <pc:docChg chg="addSld modSld">
      <pc:chgData name="Lilian Nyamu" userId="f8822a8f74089a5c" providerId="LiveId" clId="{80BB0343-9DFA-4C3A-9D2E-50B6ED5EECEC}" dt="2026-03-10T11:56:06.877" v="3" actId="20577"/>
      <pc:docMkLst>
        <pc:docMk/>
      </pc:docMkLst>
      <pc:sldChg chg="new">
        <pc:chgData name="Lilian Nyamu" userId="f8822a8f74089a5c" providerId="LiveId" clId="{80BB0343-9DFA-4C3A-9D2E-50B6ED5EECEC}" dt="2026-03-10T11:55:30.384" v="0" actId="680"/>
        <pc:sldMkLst>
          <pc:docMk/>
          <pc:sldMk cId="4202901836" sldId="269"/>
        </pc:sldMkLst>
      </pc:sldChg>
      <pc:sldChg chg="modSp new mod">
        <pc:chgData name="Lilian Nyamu" userId="f8822a8f74089a5c" providerId="LiveId" clId="{80BB0343-9DFA-4C3A-9D2E-50B6ED5EECEC}" dt="2026-03-10T11:56:06.877" v="3" actId="20577"/>
        <pc:sldMkLst>
          <pc:docMk/>
          <pc:sldMk cId="2842223379" sldId="270"/>
        </pc:sldMkLst>
        <pc:spChg chg="mod">
          <ac:chgData name="Lilian Nyamu" userId="f8822a8f74089a5c" providerId="LiveId" clId="{80BB0343-9DFA-4C3A-9D2E-50B6ED5EECEC}" dt="2026-03-10T11:56:06.877" v="3" actId="20577"/>
          <ac:spMkLst>
            <pc:docMk/>
            <pc:sldMk cId="2842223379" sldId="270"/>
            <ac:spMk id="2" creationId="{598C717D-FB67-5EAB-DF65-45606505DA3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59" y="2166364"/>
            <a:ext cx="11471565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96250"/>
            <a:ext cx="9144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91" y="2208879"/>
            <a:ext cx="105156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191" y="4010334"/>
            <a:ext cx="105156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fld id="{96DFF08F-DC6B-4601-B491-B0F83F6DD2DA}" type="datetimeFigureOut">
              <a:rPr lang="en-US" dirty="0"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4729A-FA0C-35D5-E9FF-890B1AD052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MY AUTOBIOGRAPGY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31C98F-837E-722A-2A95-35AD7842D8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4043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55C28-3A58-0255-B168-D727B2595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Life Journey: An Autobiography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854DC-51A7-4CF9-6123-075AF62242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 From Limuru to the Tech Frontier</a:t>
            </a:r>
          </a:p>
          <a:p>
            <a:r>
              <a:rPr lang="en-US" b="1" dirty="0"/>
              <a:t>Details</a:t>
            </a:r>
            <a:r>
              <a:rPr lang="en-US" dirty="0"/>
              <a:t>: </a:t>
            </a:r>
          </a:p>
          <a:p>
            <a:r>
              <a:rPr lang="en-US" dirty="0"/>
              <a:t>Name: Lilian Wanjiru Nyamu</a:t>
            </a:r>
          </a:p>
          <a:p>
            <a:r>
              <a:rPr lang="en-US" dirty="0"/>
              <a:t>Date of birth: Born 25th October 2002.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2280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0101A-E38A-DC6B-C4B6-B6CD01924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Early Roots (Limuru Town, 2007–2016)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EFE51-7490-73D5-FAE4-880EC68469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Context</a:t>
            </a:r>
            <a:r>
              <a:rPr lang="en-US" dirty="0"/>
              <a:t>: Growing up in Limuru, known for its cool climate and lush tea plantations.</a:t>
            </a:r>
          </a:p>
          <a:p>
            <a:r>
              <a:rPr lang="en-US" b="1" dirty="0"/>
              <a:t>Primary Education</a:t>
            </a:r>
            <a:r>
              <a:rPr lang="en-US" dirty="0"/>
              <a:t>: Attended Limuru Town Primary School during the 8-4-4 system.</a:t>
            </a:r>
          </a:p>
          <a:p>
            <a:r>
              <a:rPr lang="en-US" b="1" dirty="0"/>
              <a:t>Experience</a:t>
            </a:r>
            <a:r>
              <a:rPr lang="en-US" dirty="0"/>
              <a:t>: Early years focused on building foundational numeracy and literacy skills, often participating in school choirs or poetry competitions.</a:t>
            </a:r>
          </a:p>
          <a:p>
            <a:r>
              <a:rPr lang="en-US" b="1" dirty="0"/>
              <a:t>Key Interest</a:t>
            </a:r>
            <a:r>
              <a:rPr lang="en-US" dirty="0"/>
              <a:t>: A burgeoning curiosity about how things work, from local agriculture to early digital tools.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642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D17F6-47F0-B545-114C-636E36CEC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Primary School Challenges &amp; Growth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30B2F-F2CD-DAAE-A78B-50C4A3C1C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Challenges</a:t>
            </a:r>
            <a:r>
              <a:rPr lang="en-US" dirty="0"/>
              <a:t>: Navigating overcrowded classrooms typical of Free Primary Education (FPE) and limited library resources.</a:t>
            </a:r>
          </a:p>
          <a:p>
            <a:r>
              <a:rPr lang="en-US" b="1" dirty="0"/>
              <a:t>Adjustment</a:t>
            </a:r>
            <a:r>
              <a:rPr lang="en-US" dirty="0"/>
              <a:t>: Transitioning to "Upper Primary" meant more responsibility, including managing personal laundry and homework independently.</a:t>
            </a:r>
          </a:p>
          <a:p>
            <a:r>
              <a:rPr lang="en-US" b="1" dirty="0"/>
              <a:t>Growth</a:t>
            </a:r>
            <a:r>
              <a:rPr lang="en-US" dirty="0"/>
              <a:t>: Developed a strong "reading culture" even with few books, which helped in securing a spot at a top high school.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4406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0F4A4-E984-77C1-4889-B19A4302D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High School Transition (Naivasha Girls, 2017–2021)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F03B5-5830-F27F-0BC0-2A4C00443C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Context</a:t>
            </a:r>
            <a:r>
              <a:rPr lang="en-US" dirty="0"/>
              <a:t>: Moving to Naivasha Girls, a disciplined, "mother away from home" environment located in serene, leafy suburbs.</a:t>
            </a:r>
          </a:p>
          <a:p>
            <a:r>
              <a:rPr lang="en-US" b="1" dirty="0"/>
              <a:t>Highlights</a:t>
            </a:r>
            <a:r>
              <a:rPr lang="en-US" dirty="0"/>
              <a:t>: Engaged in a rigorous routine (5:00 a.m. – 9:30 p.m.) emphasizing both academic excellence and character development.</a:t>
            </a:r>
          </a:p>
          <a:p>
            <a:r>
              <a:rPr lang="en-US" b="1" dirty="0"/>
              <a:t>Social</a:t>
            </a:r>
            <a:r>
              <a:rPr lang="en-US" dirty="0"/>
              <a:t>: Benefited from the "mother-daughter" orientation where seniors (Form 2s) mentored new arrivals.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97030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50F3C-C1DB-F873-134E-9AC0EE08B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High School Challenges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EA9B3-FADE-B860-3ABB-417BF8D0B5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Academic Rigor</a:t>
            </a:r>
            <a:r>
              <a:rPr lang="en-US" dirty="0"/>
              <a:t>: Balancing a broad curriculum with the high expectations placed on students in a top-performing school.</a:t>
            </a:r>
          </a:p>
          <a:p>
            <a:r>
              <a:rPr lang="en-US" b="1" dirty="0"/>
              <a:t>Global Disruption</a:t>
            </a:r>
            <a:r>
              <a:rPr lang="en-US" dirty="0"/>
              <a:t>: Experienced the 2020-2021 pandemic lockdowns, which halted physical learning for months and pushed exams to 2021.</a:t>
            </a:r>
          </a:p>
          <a:p>
            <a:r>
              <a:rPr lang="en-US" b="1" dirty="0"/>
              <a:t>Personal Growth</a:t>
            </a:r>
            <a:r>
              <a:rPr lang="en-US" dirty="0"/>
              <a:t>: Overcoming the "loneliness" and "academic fatigue" caused by sudden school closures and condensed syllabuses upon return.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8791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4209A-53E6-B38F-52A0-00203D1B9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 Lessons Learnt from High School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99A77-EADB-643C-79E0-B6EEDEA73F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Resilience</a:t>
            </a:r>
            <a:r>
              <a:rPr lang="en-US" dirty="0"/>
              <a:t>: Managing the shift to remote/digital learning tools like WhatsApp for lessons during the pandemic.</a:t>
            </a:r>
          </a:p>
          <a:p>
            <a:r>
              <a:rPr lang="en-US" b="1" dirty="0"/>
              <a:t>Discipline</a:t>
            </a:r>
            <a:r>
              <a:rPr lang="en-US" dirty="0"/>
              <a:t>: Understanding that "policing" isn't necessary when you are intrinsically motivated to succeed.</a:t>
            </a:r>
          </a:p>
          <a:p>
            <a:r>
              <a:rPr lang="en-US" b="1" dirty="0"/>
              <a:t>Leadership</a:t>
            </a:r>
            <a:r>
              <a:rPr lang="en-US" dirty="0"/>
              <a:t>: Serving in school clubs (like choir or sports) to build teamwork and communication skills.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45034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4F5ED-D332-61DF-618C-62C8440C4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University Entry (DeKUT, 2021–2026)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30E43D-E703-77EF-14AC-B4A96BFEBF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The Choice</a:t>
            </a:r>
            <a:r>
              <a:rPr lang="en-US" dirty="0"/>
              <a:t>: Selected Dedan Kimathi University of Technology for its strong reputation in technological innovation.</a:t>
            </a:r>
          </a:p>
          <a:p>
            <a:r>
              <a:rPr lang="en-US" b="1" dirty="0"/>
              <a:t>Course</a:t>
            </a:r>
            <a:r>
              <a:rPr lang="en-US" dirty="0"/>
              <a:t>: B.Sc. Business Information Technology (BIT), a program combining business strategy with high-level computing.</a:t>
            </a:r>
          </a:p>
          <a:p>
            <a:r>
              <a:rPr lang="en-US" b="1" dirty="0"/>
              <a:t>Initial Impression</a:t>
            </a:r>
            <a:r>
              <a:rPr lang="en-US" dirty="0"/>
              <a:t>: Entering a "state-of-the-art" environment designed for modern technological demands.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43735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B1CF0-7CA7-FB17-6706-64EB78202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University Entry (DeKUT, 2021–2026)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C1A98-FACC-425B-3E1B-809DEB87BF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b="1" dirty="0"/>
          </a:p>
          <a:p>
            <a:r>
              <a:rPr lang="en-US" b="1" dirty="0"/>
              <a:t>The Choice</a:t>
            </a:r>
            <a:r>
              <a:rPr lang="en-US" dirty="0"/>
              <a:t>: Selected Dedan Kimathi University of Technology for its strong reputation in technological innovation.</a:t>
            </a:r>
          </a:p>
          <a:p>
            <a:r>
              <a:rPr lang="en-US" b="1" dirty="0"/>
              <a:t>Course</a:t>
            </a:r>
            <a:r>
              <a:rPr lang="en-US" dirty="0"/>
              <a:t>: B.Sc. Business Information Technology (BIT), a program combining business strategy with high-level computing.</a:t>
            </a:r>
          </a:p>
          <a:p>
            <a:r>
              <a:rPr lang="en-US" b="1" dirty="0"/>
              <a:t>Initial Impression</a:t>
            </a:r>
            <a:r>
              <a:rPr lang="en-US" dirty="0"/>
              <a:t>: Entering a "state-of-the-art" environment designed for modern technological demands.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5278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180F2-26B4-A99E-5668-3E54628C2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University Experience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A066E3-5BBD-F5C4-87F6-CB0303A81D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b="1" dirty="0"/>
          </a:p>
          <a:p>
            <a:r>
              <a:rPr lang="en-US" b="1" dirty="0"/>
              <a:t>The BBIT Path</a:t>
            </a:r>
            <a:r>
              <a:rPr lang="en-US" dirty="0"/>
              <a:t>: Immersed in subjects like software engineering, accounting, and mobile computing to become an IT specialist.</a:t>
            </a:r>
          </a:p>
          <a:p>
            <a:r>
              <a:rPr lang="en-US" b="1" dirty="0"/>
              <a:t>Industry Connection</a:t>
            </a:r>
            <a:r>
              <a:rPr lang="en-US" dirty="0"/>
              <a:t>: Taking advantage of </a:t>
            </a:r>
            <a:r>
              <a:rPr lang="en-US" dirty="0" err="1"/>
              <a:t>DeKUT's</a:t>
            </a:r>
            <a:r>
              <a:rPr lang="en-US" dirty="0"/>
              <a:t> partnerships with global tech industry players for mentorship.</a:t>
            </a:r>
          </a:p>
          <a:p>
            <a:r>
              <a:rPr lang="en-US" b="1" dirty="0"/>
              <a:t>Campus Life</a:t>
            </a:r>
            <a:r>
              <a:rPr lang="en-US" dirty="0"/>
              <a:t>: Adapting to Nyeri’s unique environment and the university's "Better Life Through Technology" philosophy.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9399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7ACA6-729F-588C-2BFE-8482B8B45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Challenges in Higher Education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A10BB-DA8F-1DE3-D883-2B774F826A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b="1" dirty="0"/>
          </a:p>
          <a:p>
            <a:r>
              <a:rPr lang="en-US" b="1" dirty="0"/>
              <a:t>The Balancing Act</a:t>
            </a:r>
            <a:r>
              <a:rPr lang="en-US" dirty="0"/>
              <a:t>: Navigating the "intensive" nature of the BIT program, which requires both technical coding skills and business management logic.</a:t>
            </a:r>
          </a:p>
          <a:p>
            <a:r>
              <a:rPr lang="en-US" b="1" dirty="0"/>
              <a:t>Financial &amp; Technical Needs</a:t>
            </a:r>
            <a:r>
              <a:rPr lang="en-US" dirty="0"/>
              <a:t>: Securing high-quality laptops and stable internet—essential tools that can be a hurdle for many students.</a:t>
            </a:r>
          </a:p>
          <a:p>
            <a:r>
              <a:rPr lang="en-US" b="1" dirty="0"/>
              <a:t>Mental Pressure</a:t>
            </a:r>
            <a:r>
              <a:rPr lang="en-US" dirty="0"/>
              <a:t>: Managing the pressure of trimesters and the transition to full adulthood.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94545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3AF1E-CBA7-AA5B-B2A3-D4664F1B3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BBIT Specific Lessons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746DF-76C6-F3E6-9CBD-17BA2BFE5D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b="1" dirty="0"/>
          </a:p>
          <a:p>
            <a:r>
              <a:rPr lang="en-US" b="1" dirty="0"/>
              <a:t>Bridge Building</a:t>
            </a:r>
            <a:r>
              <a:rPr lang="en-US" dirty="0"/>
              <a:t>: Learning to "build bridges" between complex technology and real-world business needs.</a:t>
            </a:r>
          </a:p>
          <a:p>
            <a:r>
              <a:rPr lang="en-US" b="1" dirty="0"/>
              <a:t>Ethics</a:t>
            </a:r>
            <a:r>
              <a:rPr lang="en-US" dirty="0"/>
              <a:t>: The importance of ethical computing and social awareness in corporate environments.</a:t>
            </a:r>
          </a:p>
          <a:p>
            <a:r>
              <a:rPr lang="en-US" b="1" dirty="0"/>
              <a:t>Strategic Thinking</a:t>
            </a:r>
            <a:r>
              <a:rPr lang="en-US" dirty="0"/>
              <a:t>: Understanding how information systems can give a company a strategic advantage.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59354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4D905-35E3-45CD-CF37-EBA0D8F1D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</a:t>
            </a:r>
            <a:r>
              <a:rPr lang="en-US" b="1" dirty="0"/>
              <a:t>Personal Reflections </a:t>
            </a:r>
            <a:r>
              <a:rPr lang="en-US" dirty="0"/>
              <a:t>                                                  </a:t>
            </a:r>
            <a:r>
              <a:rPr lang="en-US" b="1" dirty="0"/>
              <a:t>Future                Aspirations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EA9D0-107D-3613-34F4-B4D701D9492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dirty="0"/>
              <a:t>Transformation</a:t>
            </a:r>
            <a:r>
              <a:rPr lang="en-US" dirty="0"/>
              <a:t>: Reflecting on the journey from a primary schooler in Limuru to a tech-savvy student at DeKUT.</a:t>
            </a:r>
          </a:p>
          <a:p>
            <a:r>
              <a:rPr lang="en-US" b="1" dirty="0"/>
              <a:t>Values</a:t>
            </a:r>
            <a:r>
              <a:rPr lang="en-US" dirty="0"/>
              <a:t>: Integrity, commitment, and responsiveness—values honed at Naivasha Girls and solidified at university.</a:t>
            </a:r>
          </a:p>
          <a:p>
            <a:r>
              <a:rPr lang="en-US" b="1" dirty="0"/>
              <a:t>Perspective</a:t>
            </a:r>
            <a:r>
              <a:rPr lang="en-US" dirty="0"/>
              <a:t>: Realizing that every challenge, including the global pandemic, was a lesson in adaptability.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F5CF38-3039-C36F-B247-518F0AB8B4A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b="1" dirty="0"/>
              <a:t>Immediate Goal</a:t>
            </a:r>
            <a:r>
              <a:rPr lang="en-US" dirty="0"/>
              <a:t>: Successful completion of the BIT degree by 2026.</a:t>
            </a:r>
          </a:p>
          <a:p>
            <a:r>
              <a:rPr lang="en-US" b="1" dirty="0"/>
              <a:t>Long-term Vision</a:t>
            </a:r>
            <a:r>
              <a:rPr lang="en-US" dirty="0"/>
              <a:t>: Becoming a "Future CEO" or IT consultant who uses technology to drive business profitability and sustainability.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8935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1444F-6AB3-AB79-379D-90C0C6235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29018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C717D-FB67-5EAB-DF65-45606505DA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The </a:t>
            </a:r>
            <a:r>
              <a:rPr lang="en-US" dirty="0"/>
              <a:t>journey continues. 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111BCC-8B5B-44B9-F1F1-FA26B3DFA7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22337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nded">
  <a:themeElements>
    <a:clrScheme name="Banded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Banded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TM03090430[[fn=Banded]]</Template>
  <TotalTime>18</TotalTime>
  <Words>788</Words>
  <Application>Microsoft Office PowerPoint</Application>
  <PresentationFormat>Widescreen</PresentationFormat>
  <Paragraphs>58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Corbel</vt:lpstr>
      <vt:lpstr>Wingdings</vt:lpstr>
      <vt:lpstr>Banded</vt:lpstr>
      <vt:lpstr>MY AUTOBIOGRAPGY</vt:lpstr>
      <vt:lpstr>My Life Journey: An Autobiography</vt:lpstr>
      <vt:lpstr>Early Roots (Limuru Town, 2007–2016)</vt:lpstr>
      <vt:lpstr>Primary School Challenges &amp; Growth</vt:lpstr>
      <vt:lpstr>High School Transition (Naivasha Girls, 2017–2021)</vt:lpstr>
      <vt:lpstr>High School Challenges</vt:lpstr>
      <vt:lpstr> Lessons Learnt from High School</vt:lpstr>
      <vt:lpstr>University Entry (DeKUT, 2021–2026)</vt:lpstr>
      <vt:lpstr>University Entry (DeKUT, 2021–2026) </vt:lpstr>
      <vt:lpstr>The University Experience </vt:lpstr>
      <vt:lpstr>Challenges in Higher Education </vt:lpstr>
      <vt:lpstr>BBIT Specific Lessons </vt:lpstr>
      <vt:lpstr>      Personal Reflections                                                   Future                Aspirations</vt:lpstr>
      <vt:lpstr>PowerPoint Presentation</vt:lpstr>
      <vt:lpstr>The journey continues.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Lilian Nyamu</dc:creator>
  <cp:lastModifiedBy>Lilian Nyamu</cp:lastModifiedBy>
  <cp:revision>1</cp:revision>
  <dcterms:created xsi:type="dcterms:W3CDTF">2026-03-10T11:37:17Z</dcterms:created>
  <dcterms:modified xsi:type="dcterms:W3CDTF">2026-03-10T11:56:09Z</dcterms:modified>
</cp:coreProperties>
</file>